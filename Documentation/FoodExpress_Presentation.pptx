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6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0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480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399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336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6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427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598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27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FoodExpress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Food Delivery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Elias Rizk &amp; Elias Ishak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ULFG2 | Mobile Programming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Mohamad Aoude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FoodExpress?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mobile food delivery platform enabling users to browse restaurants, order meals, and track deliveries in real-time.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Mobile 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Backend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Database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Dashboard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seeking convenient food delivery, restaurants wanting online presence, and delivery personnel managing orders efficiently.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32004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Flutter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Dart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Management: Provider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(Android/iOS)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 Design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Cart Updates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91440" cy="32004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Node.js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Express.js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MongoDB Atlas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Architecture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Storage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Sync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- Mobile App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User Authentication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registration and login, persistent sessions, and user profile management.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Restaurant Browsing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multiple restaurants with ratings, delivery times, and cuisine categories displayed beautifully.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Smart Shopping Cart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cart management with quantity adjustments, total calculations, and single-restaurant constraint.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Order Tracking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order history with status updates: Pending, Preparing, On the Way, Delivered.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Dashboard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dashboard for delivery personnel and administrators to monitor and manage all orders with live updates every 30 seconds.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65176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Statistics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deliveries 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today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 every 30s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560320"/>
            <a:ext cx="265176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Tracking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elapsed since order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delivery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remaining (30 min)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order alerts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560320"/>
            <a:ext cx="265176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Order Actions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delivered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order details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 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address shown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- Cloud Database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3241" y="2027816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534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credentials, contact info, delivery addresses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55248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1259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🍴 Restaurants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53759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details, ratings, delivery times,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85204"/>
            <a:ext cx="402336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54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🍕 Menu Items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637295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items with descriptions, prices, images, availability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317754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3055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Orders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3696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details, items, status, timestamps, delivery info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15786"/>
            <a:ext cx="402336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0401" y="428167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Relationships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6516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between collections using ObjectId linking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272063"/>
            <a:ext cx="402336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294553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6863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Auto-backups, scalability, 99.9% uptime guarantee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286000" cy="731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828800"/>
            <a:ext cx="548640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1371600"/>
            <a:ext cx="22860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1371600"/>
            <a:ext cx="2286000" cy="731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48640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1371600"/>
            <a:ext cx="2011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1371600"/>
            <a:ext cx="1897380" cy="731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3108960"/>
            <a:ext cx="36576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3108960"/>
            <a:ext cx="3657600" cy="731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Delivery Dashboard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743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Tailwind CSS + JavaScript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560320"/>
            <a:ext cx="0" cy="502920"/>
          </a:xfrm>
          <a:prstGeom prst="line">
            <a:avLst/>
          </a:prstGeom>
          <a:noFill/>
          <a:ln w="38100">
            <a:solidFill>
              <a:srgbClr val="FF6600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server, MongoDB connection, API endpoints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2514600"/>
            <a:ext cx="91440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371600"/>
            <a:ext cx="155448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schema, relationships, seed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2514600"/>
            <a:ext cx="91440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1371600"/>
            <a:ext cx="155448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2336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screens, state management, API integration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2514600"/>
            <a:ext cx="91440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1371600"/>
            <a:ext cx="155448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interface, real-time updates, order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2514600"/>
            <a:ext cx="91440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06640" y="1371600"/>
            <a:ext cx="155448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1554480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980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testing, bug fixes,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Full-Stack Implementation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mobile app, backend API, and admin dashboard working seamlessly together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Professional UI/UX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design with smooth navigation, responsive layouts, and modern aesthetics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0233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Real-Time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order updates, instant cart changes, and automatic dashboard refresh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40233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for reliable cloud storage with automatic backups and scaling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0233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State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Provider pattern for cart and user session persistence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40233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 Integrity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4297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relationships, validation, and error handling throughout the system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916667" y="1062318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099547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Payment Integration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99547" y="151951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Cash on delivery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Push Notifications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arrival alerts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Analytics Dashboard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performance 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behavior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Appendix : Images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CD9912-7C12-417B-AEEE-E68B31A75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1121"/>
            <a:ext cx="4672853" cy="35231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1647265" y="4091573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Running the server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4F73BC-2A0E-496F-A8F5-25E8D3A6E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576" y="1047279"/>
            <a:ext cx="2534771" cy="30067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C77A3A4-5426-431D-ACF3-2EBD95D3794F}"/>
              </a:ext>
            </a:extLst>
          </p:cNvPr>
          <p:cNvSpPr txBox="1"/>
          <p:nvPr/>
        </p:nvSpPr>
        <p:spPr>
          <a:xfrm>
            <a:off x="6158753" y="4091573"/>
            <a:ext cx="21483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Login screen (on pc edge browser)</a:t>
            </a:r>
          </a:p>
        </p:txBody>
      </p:sp>
    </p:spTree>
    <p:extLst>
      <p:ext uri="{BB962C8B-B14F-4D97-AF65-F5344CB8AC3E}">
        <p14:creationId xmlns:p14="http://schemas.microsoft.com/office/powerpoint/2010/main" val="125272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Appendix :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Images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1640542" y="4073357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Registration screen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7A3A4-5426-431D-ACF3-2EBD95D3794F}"/>
              </a:ext>
            </a:extLst>
          </p:cNvPr>
          <p:cNvSpPr txBox="1"/>
          <p:nvPr/>
        </p:nvSpPr>
        <p:spPr>
          <a:xfrm>
            <a:off x="6595783" y="3900165"/>
            <a:ext cx="1712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Home screen (restaurants)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7E85C-F267-47AA-8D2F-E652F2B59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27" y="868679"/>
            <a:ext cx="2534771" cy="3168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BE857-FCB5-4FBC-81D1-810C8073D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356" y="941842"/>
            <a:ext cx="2811444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69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Appendix :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Images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1302073" y="3833630"/>
            <a:ext cx="1712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Home screen (restaurants)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7A3A4-5426-431D-ACF3-2EBD95D3794F}"/>
              </a:ext>
            </a:extLst>
          </p:cNvPr>
          <p:cNvSpPr txBox="1"/>
          <p:nvPr/>
        </p:nvSpPr>
        <p:spPr>
          <a:xfrm>
            <a:off x="6129601" y="3941083"/>
            <a:ext cx="2246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Menu of the pizza palace restaurant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2A2CD-D834-47EA-A8D9-451139995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26" y="868680"/>
            <a:ext cx="3025622" cy="2935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A01AF8-6E22-428E-BC49-6638B9CC1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492" y="813422"/>
            <a:ext cx="3507957" cy="304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0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Appendix :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Images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1717797" y="3960768"/>
            <a:ext cx="116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Shopping cart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7A3A4-5426-431D-ACF3-2EBD95D3794F}"/>
              </a:ext>
            </a:extLst>
          </p:cNvPr>
          <p:cNvSpPr txBox="1"/>
          <p:nvPr/>
        </p:nvSpPr>
        <p:spPr>
          <a:xfrm>
            <a:off x="6884895" y="3942920"/>
            <a:ext cx="7729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My orders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F2F39-84EC-46ED-B92B-26CB75A4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79"/>
            <a:ext cx="3614980" cy="3006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21B679-E34C-49E0-B269-734C64786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154" y="868679"/>
            <a:ext cx="3621444" cy="305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04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Appendix : Images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1707777" y="3528397"/>
            <a:ext cx="12939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Delivery dashboard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7A3A4-5426-431D-ACF3-2EBD95D3794F}"/>
              </a:ext>
            </a:extLst>
          </p:cNvPr>
          <p:cNvSpPr txBox="1"/>
          <p:nvPr/>
        </p:nvSpPr>
        <p:spPr>
          <a:xfrm>
            <a:off x="6770595" y="4054041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App logo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0CD91-42AF-44B4-B975-A2337625E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29" y="941551"/>
            <a:ext cx="4498042" cy="2586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A33B4A-65AD-40D7-91E5-1CF30DBCD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9" y="941551"/>
            <a:ext cx="2835971" cy="308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04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Appendix :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Images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1902759" y="3718111"/>
            <a:ext cx="1188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Data base (Users)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7A3A4-5426-431D-ACF3-2EBD95D3794F}"/>
              </a:ext>
            </a:extLst>
          </p:cNvPr>
          <p:cNvSpPr txBox="1"/>
          <p:nvPr/>
        </p:nvSpPr>
        <p:spPr>
          <a:xfrm>
            <a:off x="6770595" y="4054041"/>
            <a:ext cx="1550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Data base (Restaurants)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CD3D9-88AA-428B-B17F-6B8AC313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7" y="1118181"/>
            <a:ext cx="4511488" cy="2586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F331F-757B-4B03-B540-1E8591BD3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13" y="1021368"/>
            <a:ext cx="4108075" cy="295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10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Appendix :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Images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8CEB8-E49D-411E-A8ED-69F2DF412728}"/>
              </a:ext>
            </a:extLst>
          </p:cNvPr>
          <p:cNvSpPr txBox="1"/>
          <p:nvPr/>
        </p:nvSpPr>
        <p:spPr>
          <a:xfrm>
            <a:off x="2629000" y="4007959"/>
            <a:ext cx="3270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Running app on virtual phone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99308F-D973-4CEF-96C3-B17CE960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12" y="1021368"/>
            <a:ext cx="4108076" cy="2696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14199C-6B49-4982-A0D8-54E8876F4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681" y="856580"/>
            <a:ext cx="4108077" cy="289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51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FoodExpress - Delivering Excellence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Please watch the video!!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657</Words>
  <Application>Microsoft Office PowerPoint</Application>
  <PresentationFormat>On-screen Show (16:9)</PresentationFormat>
  <Paragraphs>166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FoodExpress - Food Delivery Application</dc:title>
  <dc:subject>PptxGenJS Presentation</dc:subject>
  <dc:creator>Elias Rizk &amp; Elias Ishak</dc:creator>
  <cp:lastModifiedBy>Elias rizk</cp:lastModifiedBy>
  <cp:revision>6</cp:revision>
  <dcterms:created xsi:type="dcterms:W3CDTF">2026-01-30T09:18:10Z</dcterms:created>
  <dcterms:modified xsi:type="dcterms:W3CDTF">2026-01-30T14:17:42Z</dcterms:modified>
</cp:coreProperties>
</file>